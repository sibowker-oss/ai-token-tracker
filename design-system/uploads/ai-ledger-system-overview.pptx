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4848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4848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4848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84848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4848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68896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68896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8896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68896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68896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2944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2944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2944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2944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2944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52944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52944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36992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36992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36992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36992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36992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36992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21040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05088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5088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05088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05088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5088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05088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05088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05088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89136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89136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9136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89136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89136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89136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89136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89136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73184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73184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73184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73184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73184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73184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73184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73184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57232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57232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57232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57232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857232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57232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57232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57232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41280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241280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41280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41280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241280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241280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241280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41280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25328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5328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25328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625328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25328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25328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25328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25328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009376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09376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09376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09376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09376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009376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09376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009376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393424" y="54864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393424" y="93268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393424" y="131673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393424" y="1700784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393424" y="2084832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393424" y="2468880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393424" y="2852928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393424" y="3236976"/>
            <a:ext cx="45720" cy="45720"/>
          </a:xfrm>
          <a:prstGeom prst="ellipse">
            <a:avLst/>
          </a:prstGeom>
          <a:solidFill>
            <a:srgbClr val="2A3654"/>
          </a:solidFill>
          <a:ln w="12700">
            <a:solidFill>
              <a:srgbClr val="2A365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HEPBURN ADVISORY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640080" y="2103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Ledger</a:t>
            </a:r>
            <a:endParaRPr lang="en-US" sz="6400" dirty="0"/>
          </a:p>
        </p:txBody>
      </p:sp>
      <p:sp>
        <p:nvSpPr>
          <p:cNvPr id="117" name="Text 115"/>
          <p:cNvSpPr/>
          <p:nvPr/>
        </p:nvSpPr>
        <p:spPr>
          <a:xfrm>
            <a:off x="64008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how the data gets on the page.</a:t>
            </a:r>
            <a:endParaRPr lang="en-US" sz="2200" dirty="0"/>
          </a:p>
        </p:txBody>
      </p:sp>
      <p:sp>
        <p:nvSpPr>
          <p:cNvPr id="118" name="Shape 116"/>
          <p:cNvSpPr/>
          <p:nvPr/>
        </p:nvSpPr>
        <p:spPr>
          <a:xfrm>
            <a:off x="640080" y="4754880"/>
            <a:ext cx="1920240" cy="502920"/>
          </a:xfrm>
          <a:prstGeom prst="rect">
            <a:avLst/>
          </a:prstGeom>
          <a:solidFill>
            <a:srgbClr val="131B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40080" y="4754880"/>
            <a:ext cx="73152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1248" y="4754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2743200" y="4754880"/>
            <a:ext cx="1920240" cy="502920"/>
          </a:xfrm>
          <a:prstGeom prst="rect">
            <a:avLst/>
          </a:prstGeom>
          <a:solidFill>
            <a:srgbClr val="13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743200" y="4754880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944368" y="4754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4846320" y="4754880"/>
            <a:ext cx="1920240" cy="502920"/>
          </a:xfrm>
          <a:prstGeom prst="rect">
            <a:avLst/>
          </a:prstGeom>
          <a:solidFill>
            <a:srgbClr val="13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846320" y="47548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47488" y="4754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949440" y="4754880"/>
            <a:ext cx="1920240" cy="502920"/>
          </a:xfrm>
          <a:prstGeom prst="rect">
            <a:avLst/>
          </a:prstGeom>
          <a:solidFill>
            <a:srgbClr val="131B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949440" y="475488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0608" y="4754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64008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ai-index.hepburnadvisory.com.au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number reaches the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artefacts in; sourced, auditable values out.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219456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21945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sources.registry.md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89070" y="2697480"/>
            <a:ext cx="0" cy="274320"/>
          </a:xfrm>
          <a:prstGeom prst="line">
            <a:avLst/>
          </a:prstGeom>
          <a:noFill/>
          <a:ln w="7620">
            <a:solidFill>
              <a:srgbClr val="06B6D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34940" y="219456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4940" y="21945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sources.log.md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6490" y="2697480"/>
            <a:ext cx="0" cy="274320"/>
          </a:xfrm>
          <a:prstGeom prst="line">
            <a:avLst/>
          </a:prstGeom>
          <a:noFill/>
          <a:ln w="7620">
            <a:solidFill>
              <a:srgbClr val="06B6D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452360" y="219456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1945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agents.log.md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23910" y="2697480"/>
            <a:ext cx="0" cy="274320"/>
          </a:xfrm>
          <a:prstGeom prst="line">
            <a:avLst/>
          </a:prstGeom>
          <a:noFill/>
          <a:ln w="7620">
            <a:solidFill>
              <a:srgbClr val="06B6D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669780" y="219456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69780" y="21945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data/snapshots/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41330" y="2697480"/>
            <a:ext cx="0" cy="274320"/>
          </a:xfrm>
          <a:prstGeom prst="line">
            <a:avLst/>
          </a:prstGeom>
          <a:noFill/>
          <a:ln w="7620">
            <a:solidFill>
              <a:srgbClr val="06B6D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4864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17520"/>
            <a:ext cx="16916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FERC · EIA · ISO · IR filings · Epoch · OpenRouter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58568" y="3657600"/>
            <a:ext cx="2743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286000" y="3575304"/>
            <a:ext cx="128016" cy="164592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3017520"/>
            <a:ext cx="16916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artefact. No omnibus scrapers.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33088" y="3657600"/>
            <a:ext cx="2743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4160520" y="3575304"/>
            <a:ext cx="128016" cy="164592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3017520"/>
            <a:ext cx="1691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3484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value + provenance. Never a direct write.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07608" y="3657600"/>
            <a:ext cx="2743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6035040" y="3575304"/>
            <a:ext cx="128016" cy="164592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017520"/>
            <a:ext cx="1691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read. Approve → merge.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82128" y="3657600"/>
            <a:ext cx="2743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7909560" y="3575304"/>
            <a:ext cx="128016" cy="164592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3017520"/>
            <a:ext cx="16916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site-data.json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8388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Canonical. Derived metrics computed at render.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56648" y="3657600"/>
            <a:ext cx="2743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9784080" y="3575304"/>
            <a:ext cx="128016" cy="164592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21240" y="3017520"/>
            <a:ext cx="1691640" cy="12801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21240" y="3017520"/>
            <a:ext cx="16916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page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58400" y="3749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ai-index.hepburnadvisory.com.au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989070" y="4297680"/>
            <a:ext cx="0" cy="274320"/>
          </a:xfrm>
          <a:prstGeom prst="line">
            <a:avLst/>
          </a:prstGeom>
          <a:noFill/>
          <a:ln w="7620">
            <a:solidFill>
              <a:srgbClr val="10B981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017520" y="457200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457200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lint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06490" y="4297680"/>
            <a:ext cx="0" cy="274320"/>
          </a:xfrm>
          <a:prstGeom prst="line">
            <a:avLst/>
          </a:prstGeom>
          <a:noFill/>
          <a:ln w="7620">
            <a:solidFill>
              <a:srgbClr val="10B981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5234940" y="457200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4940" y="457200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Cross-page reconciliation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23910" y="4297680"/>
            <a:ext cx="0" cy="274320"/>
          </a:xfrm>
          <a:prstGeom prst="line">
            <a:avLst/>
          </a:prstGeom>
          <a:noFill/>
          <a:ln w="7620">
            <a:solidFill>
              <a:srgbClr val="10B981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7452360" y="457200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457200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checker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641330" y="4297680"/>
            <a:ext cx="0" cy="274320"/>
          </a:xfrm>
          <a:prstGeom prst="line">
            <a:avLst/>
          </a:prstGeom>
          <a:noFill/>
          <a:ln w="7620">
            <a:solidFill>
              <a:srgbClr val="10B981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9669780" y="4572000"/>
            <a:ext cx="1943100" cy="457200"/>
          </a:xfrm>
          <a:prstGeom prst="rect">
            <a:avLst/>
          </a:prstGeom>
          <a:solidFill>
            <a:srgbClr val="1A234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69780" y="457200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Release-check agent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touches all three layers. Nothing ships silently.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2A365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Ledger · Hepburn Advisory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SOURCE 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source tiered before it's cited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determines how a number can be used. Confidence determines how loudly it can be quoted.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49440" cy="109728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10972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148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machine-readable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· FERC · EIA · ISO queues · vendor IR filings · Epoch AI · OpenRouter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Preferred. Default citation source.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6949440" cy="109728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3383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authoritative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· BNEF · Gartner · IDC · earnings-call transcripts · reputable press reporting on primary filings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Allowed. Must be labelled secondary. Never cited when a primary is available.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6949440" cy="109728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26280"/>
            <a:ext cx="10972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4617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Tertiary, event-driven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releases · LinkedIn posts · podcast transcripts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 only. Cannot enter a benchmark until a primary source confirms.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2057400"/>
            <a:ext cx="3840480" cy="3566160"/>
          </a:xfrm>
          <a:prstGeom prst="rect">
            <a:avLst/>
          </a:prstGeom>
          <a:solidFill>
            <a:srgbClr val="1A2340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057400"/>
            <a:ext cx="384048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grading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010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every datapoint. Downgraded aggressively in doubt.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31089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filing or regulator dataset. Within two review cycles.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01000" y="38862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Triangulated from ≥2 secondary sources, or a primary beyond two cycles.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46634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617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4910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secondary or tertiary source. Estimate with limited corroboration.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is published without a tier, a source URL, a retrieval date, a next-review date, and a confidence grade.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2A36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Ledger · Hepburn Advisory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AUTOMATION WITH A HUMAN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do the fetching. Humans approve the changes.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pipeline with a paper trail at every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16916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24231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agent pulls the primary artefact on schedule or on demand.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58568" y="2743200"/>
            <a:ext cx="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304288" y="2670048"/>
            <a:ext cx="109728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148840"/>
            <a:ext cx="16916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4894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89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1460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 / CSV / filing excerpt saved to data/snapshots/ by retrieval date.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33088" y="2743200"/>
            <a:ext cx="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4178808" y="2670048"/>
            <a:ext cx="109728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148840"/>
            <a:ext cx="16916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3460" y="242316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34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emits a JSON patch: value + retrievedAt, nextReview, confidence, reason.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07608" y="2743200"/>
            <a:ext cx="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6053328" y="2670048"/>
            <a:ext cx="109728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148840"/>
            <a:ext cx="1691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7980" y="24231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79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reads the diff. Approves, rejects, or requests downgrade.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17336" y="2093976"/>
            <a:ext cx="1801368" cy="2304288"/>
          </a:xfrm>
          <a:prstGeom prst="rect">
            <a:avLst/>
          </a:prstGeom>
          <a:solidFill>
            <a:srgbClr val="0B1220">
              <a:alpha val="0"/>
            </a:srgbClr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080760" y="44348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human step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82128" y="2743200"/>
            <a:ext cx="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927848" y="2670048"/>
            <a:ext cx="109728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2148840"/>
            <a:ext cx="16916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2500" y="24231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25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13816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8388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site-data.json updated. Downstream pages re-render via dataReferences map.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756648" y="2743200"/>
            <a:ext cx="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9802368" y="2670048"/>
            <a:ext cx="109728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21240" y="2148840"/>
            <a:ext cx="1691640" cy="219456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21240" y="2148840"/>
            <a:ext cx="16916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4702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470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01268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05840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sources.log.md (prior → new). agents.log.md (run + commit SHA).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4983480"/>
            <a:ext cx="3505200" cy="685800"/>
          </a:xfrm>
          <a:prstGeom prst="rect">
            <a:avLst/>
          </a:prstGeom>
          <a:solidFill>
            <a:srgbClr val="1A234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498348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5056632"/>
            <a:ext cx="323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omnibus scrapers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1520" y="5330952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one artefact. Narrow by design.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328160" y="4983480"/>
            <a:ext cx="3505200" cy="685800"/>
          </a:xfrm>
          <a:prstGeom prst="rect">
            <a:avLst/>
          </a:prstGeom>
          <a:solidFill>
            <a:srgbClr val="1A234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28160" y="498348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11040" y="5056632"/>
            <a:ext cx="323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writes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11040" y="5330952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emit patches, not commits. Merge is human.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07680" y="4983480"/>
            <a:ext cx="3505200" cy="685800"/>
          </a:xfrm>
          <a:prstGeom prst="rect">
            <a:avLst/>
          </a:prstGeom>
          <a:solidFill>
            <a:srgbClr val="1A234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07680" y="498348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90560" y="5056632"/>
            <a:ext cx="323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evidence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90560" y="5330952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artefact archived locally on every fetch.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appends to the logs. Every snapshot is archived. Every value change is attributed.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2A365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Ledger · Hepburn Advisory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GO-LIVE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cannot ship an unsourced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 twice: on every commit, and again before anything is promoted to the public site.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32120" cy="329184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5321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COMMIT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Build-time lint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31927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644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 datapoint is missing a provenance field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3075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7588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 nextReview date has passed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14223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8736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 raw JSON key is about to leak into the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55371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98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 new field was added without backfilling existing entries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96519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103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any sourceUrl returns 404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103120"/>
            <a:ext cx="5532120" cy="3291840"/>
          </a:xfrm>
          <a:prstGeom prst="rect">
            <a:avLst/>
          </a:prstGeom>
          <a:solidFill>
            <a:srgbClr val="131B2E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103120"/>
            <a:ext cx="55321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3317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IN-DEV → LIVE PROMOTION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2606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Release-check agent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37960" y="331927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644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coverage: every new or changed datapoint fully sourced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373075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67588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Cross-page reconciliation: canonical fields resolve identically everywhere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414223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08736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gate: charts + tables render at 375 px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37960" y="455371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498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read-through against the voice rules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37960" y="4965192"/>
            <a:ext cx="201168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9103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logged to agents.log.md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5623560"/>
            <a:ext cx="10972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</a:t>
            </a:r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site has a paper trail from primary artefact to pixel — automated where safe, reviewed where it matters.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2A36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Ledger · Hepburn Advisory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Ledger — System Overview</dc:title>
  <dc:subject>PptxGenJS Presentation</dc:subject>
  <dc:creator>Hepburn Advisory</dc:creator>
  <cp:lastModifiedBy>Hepburn Advisory</cp:lastModifiedBy>
  <cp:revision>1</cp:revision>
  <dcterms:created xsi:type="dcterms:W3CDTF">2026-04-23T04:09:55Z</dcterms:created>
  <dcterms:modified xsi:type="dcterms:W3CDTF">2026-04-23T04:09:55Z</dcterms:modified>
</cp:coreProperties>
</file>